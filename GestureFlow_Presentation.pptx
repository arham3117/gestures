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E79"/>
                </a:solidFill>
              </a:defRPr>
            </a:pPr>
            <a:r>
              <a:t>GestureFlow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04040"/>
                </a:solidFill>
              </a:defRPr>
            </a:pPr>
            <a:r>
              <a:t>Real-Time Hand Gesture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B050"/>
                </a:solidFill>
              </a:defRPr>
            </a:pPr>
            <a:r>
              <a:t>99.83% Accuracy | 30 FPS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Introduction to AI |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E79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can we control computers without touching them?</a:t>
            </a:r>
          </a:p>
          <a:p>
            <a:pPr>
              <a:spcBef>
                <a:spcPts val="1200"/>
              </a:spcBef>
              <a:defRPr b="1"/>
            </a:pPr>
            <a:r>
              <a:t>Real-World Applications:</a:t>
            </a:r>
          </a:p>
          <a:p>
            <a:pPr lvl="1">
              <a:defRPr sz="1800"/>
            </a:pPr>
            <a:r>
              <a:t>Healthcare - Touchless controls in sterile environments</a:t>
            </a:r>
          </a:p>
          <a:p>
            <a:pPr lvl="1">
              <a:defRPr sz="1800"/>
            </a:pPr>
            <a:r>
              <a:t>Accessibility - Help people with motor impairments</a:t>
            </a:r>
          </a:p>
          <a:p>
            <a:pPr lvl="1">
              <a:defRPr sz="1800"/>
            </a:pPr>
            <a:r>
              <a:t>Gaming &amp; VR - Natural hand controls</a:t>
            </a:r>
          </a:p>
          <a:p>
            <a:pPr lvl="1">
              <a:defRPr sz="1800"/>
            </a:pPr>
            <a:r>
              <a:t>Robotics - Gesture-based commands</a:t>
            </a:r>
          </a:p>
          <a:p>
            <a:pPr lvl="1">
              <a:defRPr sz="1800"/>
            </a:pPr>
            <a:r>
              <a:t>Smart Homes - Control devices with gestures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E79"/>
                </a:solidFill>
              </a:defRPr>
            </a:pPr>
            <a:r>
              <a:t>5 Gestures We Recognize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2200"/>
            </a:pPr>
            <a:r>
              <a:t>✊ Fist - Stop / Pause command</a:t>
            </a:r>
          </a:p>
          <a:p>
            <a:pPr>
              <a:spcBef>
                <a:spcPts val="800"/>
              </a:spcBef>
              <a:defRPr sz="2200"/>
            </a:pPr>
            <a:r>
              <a:t>✋ Open Palm - Start / Confirm action</a:t>
            </a:r>
          </a:p>
          <a:p>
            <a:pPr>
              <a:spcBef>
                <a:spcPts val="800"/>
              </a:spcBef>
              <a:defRPr sz="2200"/>
            </a:pPr>
            <a:r>
              <a:t>👆 Pointing Finger - Select / Navigate</a:t>
            </a:r>
          </a:p>
          <a:p>
            <a:pPr>
              <a:spcBef>
                <a:spcPts val="800"/>
              </a:spcBef>
              <a:defRPr sz="2200"/>
            </a:pPr>
            <a:r>
              <a:t>👍 Thumbs Up - Like / Approve</a:t>
            </a:r>
          </a:p>
          <a:p>
            <a:pPr>
              <a:spcBef>
                <a:spcPts val="800"/>
              </a:spcBef>
              <a:defRPr sz="2200"/>
            </a:pPr>
            <a:r>
              <a:t>✌️ Peace Sign - Victory / Number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E79"/>
                </a:solidFill>
              </a:defRPr>
            </a:pPr>
            <a:r>
              <a:t>Complete ML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B050"/>
                </a:solidFill>
              </a:defRPr>
            </a:pPr>
            <a:r>
              <a:t>STEP 1: Data Collection</a:t>
            </a:r>
          </a:p>
          <a:p>
            <a:pPr lvl="1">
              <a:defRPr sz="1800"/>
            </a:pPr>
            <a:r>
              <a:t>Collected 3,000 raw images (600 per gesture)</a:t>
            </a:r>
          </a:p>
          <a:p>
            <a:pPr>
              <a:spcBef>
                <a:spcPts val="1000"/>
              </a:spcBef>
              <a:defRPr b="1" sz="2000">
                <a:solidFill>
                  <a:srgbClr val="00B050"/>
                </a:solidFill>
              </a:defRPr>
            </a:pPr>
            <a:r>
              <a:t>STEP 2: Data Preprocessing &amp; Augmentation</a:t>
            </a:r>
          </a:p>
          <a:p>
            <a:pPr lvl="1">
              <a:defRPr sz="1800"/>
            </a:pPr>
            <a:r>
              <a:t>Augmented to 18,000 images (6× expansion)</a:t>
            </a:r>
          </a:p>
          <a:p>
            <a:pPr lvl="1">
              <a:defRPr sz="1800"/>
            </a:pPr>
            <a:r>
              <a:t>Split: 14,400 train (80%) + 3,600 test (20%)</a:t>
            </a:r>
          </a:p>
          <a:p>
            <a:pPr>
              <a:spcBef>
                <a:spcPts val="1000"/>
              </a:spcBef>
              <a:defRPr b="1" sz="2000">
                <a:solidFill>
                  <a:srgbClr val="00B050"/>
                </a:solidFill>
              </a:defRPr>
            </a:pPr>
            <a:r>
              <a:t>STEP 3: Model Training</a:t>
            </a:r>
          </a:p>
          <a:p>
            <a:pPr lvl="1">
              <a:defRPr sz="1800"/>
            </a:pPr>
            <a:r>
              <a:t>CNN with 3.9M parameters → 99.83% accuracy</a:t>
            </a:r>
          </a:p>
          <a:p>
            <a:pPr>
              <a:spcBef>
                <a:spcPts val="1000"/>
              </a:spcBef>
              <a:defRPr b="1" sz="2000">
                <a:solidFill>
                  <a:srgbClr val="00B050"/>
                </a:solidFill>
              </a:defRPr>
            </a:pPr>
            <a:r>
              <a:t>STEP 4: Real-Time Deployment</a:t>
            </a:r>
          </a:p>
          <a:p>
            <a:pPr lvl="1">
              <a:defRPr sz="1800"/>
            </a:pPr>
            <a:r>
              <a:t>Live webcam recognition at 30 FPS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Data Collection - The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# Open webcam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camera = cv2.VideoCapture(0)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for gesture in gestures: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count = 0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while count &lt; 200:  # Collect 200 images per gesture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# Capture frame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ret, frame = camera.read()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# Define ROI (Region of Interest) - where hand should be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x1, y1 = int(width * 0.5), int(height * 0.1)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x2, y2 = int(width * 0.9), int(height * 0.7)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hand_region = frame[y1:y2, x1:x2]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# Preprocess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gray = cv2.cvtColor(hand_region, cv2.COLOR_BGR2GRAY)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blurred = cv2.GaussianBlur(gray, (7, 7), 0)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resized = cv2.resize(blurred, (200, 200))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# Save image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cv2.imwrite(filepath, resized)</a:t>
            </a:r>
          </a:p>
          <a:p>
            <a:pPr>
              <a:lnSpc>
                <a:spcPct val="110000"/>
              </a:lnSpc>
              <a:defRPr sz="1300">
                <a:solidFill>
                  <a:srgbClr val="000080"/>
                </a:solidFill>
                <a:latin typeface="Courier New"/>
              </a:defRPr>
            </a:pPr>
            <a:r>
              <a:t>        count +=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Data Augmentation - 6× Expansion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For each original image, create 5 more versions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augmented_images = []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1. Original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augmented_images.append(img)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2. Horizontal flip (left/right hand)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augmented_images.append(cv2.flip(img, 1))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3. Rotate +15 degrees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M = cv2.getRotationMatrix2D((w/2, h/2), 15, 1.0)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augmented_images.append(cv2.warpAffine(img, M, (w, h)))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4. Rotate -15 degrees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M = cv2.getRotationMatrix2D((w/2, h/2), -15, 1.0)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augmented_images.append(cv2.warpAffine(img, M, (w, h)))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5. Brighter (for bright lighting)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augmented_images.append(cv2.convertScaleAbs(img, alpha=1.2, beta=10))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6. Darker (for dim lighting)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augmented_images.append(cv2.convertScaleAbs(img, alpha=0.8, beta=-10))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Result: 3,000 → 18,000 images!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E79"/>
                </a:solidFill>
              </a:defRPr>
            </a:pPr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3 Convolutional Blocks + 2 Dense Layers</a:t>
            </a:r>
          </a:p>
          <a:p>
            <a:pPr lvl="1">
              <a:spcBef>
                <a:spcPts val="400"/>
              </a:spcBef>
              <a:defRPr sz="1700"/>
            </a:pPr>
            <a:r>
              <a:t>Block 1: 32 filters (3×3) + BatchNorm + MaxPool + Dropout 25%</a:t>
            </a:r>
          </a:p>
          <a:p>
            <a:pPr lvl="1">
              <a:spcBef>
                <a:spcPts val="400"/>
              </a:spcBef>
              <a:defRPr sz="1700"/>
            </a:pPr>
            <a:r>
              <a:t>Block 2: 64 filters (3×3) + BatchNorm + MaxPool + Dropout 25%</a:t>
            </a:r>
          </a:p>
          <a:p>
            <a:pPr lvl="1">
              <a:spcBef>
                <a:spcPts val="400"/>
              </a:spcBef>
              <a:defRPr sz="1700"/>
            </a:pPr>
            <a:r>
              <a:t>Block 3: 128 filters (3×3) + BatchNorm + MaxPool + Dropout 25%</a:t>
            </a:r>
          </a:p>
          <a:p>
            <a:pPr lvl="1">
              <a:spcBef>
                <a:spcPts val="400"/>
              </a:spcBef>
              <a:defRPr sz="1700"/>
            </a:pPr>
            <a:r>
              <a:t>Flatten → Dense (256) + BatchNorm + Dropout 50%</a:t>
            </a:r>
          </a:p>
          <a:p>
            <a:pPr lvl="1">
              <a:spcBef>
                <a:spcPts val="400"/>
              </a:spcBef>
              <a:defRPr sz="1700"/>
            </a:pPr>
            <a:r>
              <a:t>Dense (128) + BatchNorm + Dropout 50%</a:t>
            </a:r>
          </a:p>
          <a:p>
            <a:pPr lvl="1">
              <a:spcBef>
                <a:spcPts val="400"/>
              </a:spcBef>
              <a:defRPr sz="1700"/>
            </a:pPr>
            <a:r>
              <a:t>Output: Dense (5 classes) with Softmax</a:t>
            </a:r>
          </a:p>
          <a:p>
            <a:pPr>
              <a:spcBef>
                <a:spcPts val="1200"/>
              </a:spcBef>
              <a:defRPr b="1" sz="2000">
                <a:solidFill>
                  <a:srgbClr val="00B050"/>
                </a:solidFill>
              </a:defRPr>
            </a:pPr>
            <a:r>
              <a:t>Total: 3.9M parameters | Model size: 15 MB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E79"/>
                </a:solidFill>
              </a:defRPr>
            </a:pPr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Training Configuration:</a:t>
            </a:r>
          </a:p>
          <a:p>
            <a:pPr lvl="1">
              <a:spcBef>
                <a:spcPts val="400"/>
              </a:spcBef>
              <a:defRPr sz="1800"/>
            </a:pPr>
            <a:r>
              <a:t>Dataset: 14,400 training / 3,600 testing</a:t>
            </a:r>
          </a:p>
          <a:p>
            <a:pPr lvl="1">
              <a:spcBef>
                <a:spcPts val="400"/>
              </a:spcBef>
              <a:defRPr sz="1800"/>
            </a:pPr>
            <a:r>
              <a:t>Optimizer: Adam (learning rate: 0.001)</a:t>
            </a:r>
          </a:p>
          <a:p>
            <a:pPr lvl="1">
              <a:spcBef>
                <a:spcPts val="400"/>
              </a:spcBef>
              <a:defRPr sz="1800"/>
            </a:pPr>
            <a:r>
              <a:t>Batch size: 32 images</a:t>
            </a:r>
          </a:p>
          <a:p>
            <a:pPr lvl="1">
              <a:spcBef>
                <a:spcPts val="400"/>
              </a:spcBef>
              <a:defRPr sz="1800"/>
            </a:pPr>
            <a:r>
              <a:t>Epochs: 50 (with early stopping)</a:t>
            </a:r>
          </a:p>
          <a:p>
            <a:pPr lvl="1">
              <a:spcBef>
                <a:spcPts val="400"/>
              </a:spcBef>
              <a:defRPr sz="1800"/>
            </a:pPr>
            <a:r>
              <a:t>Training time: ~5 minutes on CPU</a:t>
            </a:r>
          </a:p>
          <a:p>
            <a:pPr>
              <a:spcBef>
                <a:spcPts val="1200"/>
              </a:spcBef>
              <a:defRPr b="1" sz="2200"/>
            </a:pPr>
            <a:r>
              <a:t>Final Results:</a:t>
            </a:r>
          </a:p>
          <a:p>
            <a:pPr lvl="1">
              <a:spcBef>
                <a:spcPts val="400"/>
              </a:spcBef>
              <a:defRPr sz="1800">
                <a:solidFill>
                  <a:srgbClr val="00B050"/>
                </a:solidFill>
              </a:defRPr>
            </a:pPr>
            <a:r>
              <a:t>Training accuracy: 99.95%</a:t>
            </a:r>
          </a:p>
          <a:p>
            <a:pPr lvl="1">
              <a:spcBef>
                <a:spcPts val="400"/>
              </a:spcBef>
              <a:defRPr sz="1800">
                <a:solidFill>
                  <a:srgbClr val="00B050"/>
                </a:solidFill>
              </a:defRPr>
            </a:pPr>
            <a:r>
              <a:t>Validation accuracy: 100%</a:t>
            </a:r>
          </a:p>
          <a:p>
            <a:pPr lvl="1">
              <a:spcBef>
                <a:spcPts val="400"/>
              </a:spcBef>
              <a:defRPr sz="1800">
                <a:solidFill>
                  <a:srgbClr val="00B050"/>
                </a:solidFill>
              </a:defRPr>
            </a:pPr>
            <a:r>
              <a:t>Test accuracy: 99.83% ← Only 2 errors!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E79"/>
                </a:solidFill>
              </a:defRPr>
            </a:pPr>
            <a:r>
              <a:t>Test Results - 99.83%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Per-Gesture Performance (3,600 test images):</a:t>
            </a:r>
          </a:p>
          <a:p>
            <a:pPr lvl="1">
              <a:spcBef>
                <a:spcPts val="400"/>
              </a:spcBef>
              <a:defRPr sz="1600"/>
            </a:pPr>
            <a:r>
              <a:t>✊ Fist: 100% precision, 100% recall (240/240) - PERFECT</a:t>
            </a:r>
          </a:p>
          <a:p>
            <a:pPr lvl="1">
              <a:spcBef>
                <a:spcPts val="400"/>
              </a:spcBef>
              <a:defRPr sz="1600"/>
            </a:pPr>
            <a:r>
              <a:t>✋ Open Palm: 100% precision, 100% recall (240/240) - PERFECT</a:t>
            </a:r>
          </a:p>
          <a:p>
            <a:pPr lvl="1">
              <a:spcBef>
                <a:spcPts val="400"/>
              </a:spcBef>
              <a:defRPr sz="1600"/>
            </a:pPr>
            <a:r>
              <a:t>✌️ Peace Sign: 100% precision, 99.2% recall (238/240)</a:t>
            </a:r>
          </a:p>
          <a:p>
            <a:pPr lvl="1">
              <a:spcBef>
                <a:spcPts val="400"/>
              </a:spcBef>
              <a:defRPr sz="1600"/>
            </a:pPr>
            <a:r>
              <a:t>👆 Pointing: 99.2% precision, 100% recall (240/240)</a:t>
            </a:r>
          </a:p>
          <a:p>
            <a:pPr lvl="1">
              <a:spcBef>
                <a:spcPts val="400"/>
              </a:spcBef>
              <a:defRPr sz="1600"/>
            </a:pPr>
            <a:r>
              <a:t>👍 Thumbs Up: 100% precision, 100% recall (240/240) - PERFECT</a:t>
            </a:r>
          </a:p>
          <a:p>
            <a:pPr>
              <a:spcBef>
                <a:spcPts val="1200"/>
              </a:spcBef>
              <a:defRPr b="1" sz="2000">
                <a:solidFill>
                  <a:srgbClr val="C00000"/>
                </a:solidFill>
              </a:defRPr>
            </a:pPr>
            <a:r>
              <a:t>Only 2 mistakes: Peace Sign → Pointing Finger</a:t>
            </a:r>
          </a:p>
          <a:p>
            <a:pPr lvl="1">
              <a:defRPr sz="1600" i="1"/>
            </a:pPr>
            <a:r>
              <a:t>Makes sense: Both have raised fingers!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F4E79"/>
                </a:solidFill>
              </a:defRPr>
            </a:pPr>
            <a:r>
              <a:t>Real-Time Prediction - The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Load trained model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model = keras.models.load_model('models/gesture_model.h5')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camera = cv2.VideoCapture(0)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while True: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ret, frame = camera.read()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# Extract hand region (ROI)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hand_region = frame[y1:y2, x1:x2]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# Preprocess (same as training!)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gray = cv2.cvtColor(hand_region, cv2.COLOR_BGR2GRAY)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gray = cv2.GaussianBlur(gray, (7, 7), 0)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resized = cv2.resize(gray, (64, 64))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normalized = resized / 255.0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input_image = normalized.reshape(1, 64, 64, 1)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# Predict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prediction = model.predict(input_image)[0]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gesture_idx = np.argmax(prediction)  # Highest probability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confidence = prediction[gesture_idx]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# Display result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    cv2.putText(frame, f"{gesture_name}: {confidence:.1%}", ...)</a:t>
            </a: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</a:p>
          <a:p>
            <a:pPr>
              <a:lnSpc>
                <a:spcPct val="110000"/>
              </a:lnSpc>
              <a:defRPr sz="1200">
                <a:solidFill>
                  <a:srgbClr val="000080"/>
                </a:solidFill>
                <a:latin typeface="Courier New"/>
              </a:defRPr>
            </a:pPr>
            <a:r>
              <a:t># Runs at 30 FPS!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E79"/>
                </a:solidFill>
              </a:defRPr>
            </a:pPr>
            <a:r>
              <a:t>Why These Choices?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Grayscale images?</a:t>
            </a:r>
          </a:p>
          <a:p>
            <a:pPr lvl="1">
              <a:defRPr sz="1500"/>
            </a:pPr>
            <a:r>
              <a:t>Shape matters, not color | 3× faster | Works on all skin tones</a:t>
            </a:r>
          </a:p>
          <a:p>
            <a:pPr>
              <a:spcBef>
                <a:spcPts val="800"/>
              </a:spcBef>
              <a:defRPr b="1" sz="1800">
                <a:solidFill>
                  <a:srgbClr val="1F4E79"/>
                </a:solidFill>
              </a:defRPr>
            </a:pPr>
            <a:r>
              <a:t>64×64 pixels?</a:t>
            </a:r>
          </a:p>
          <a:p>
            <a:pPr lvl="1">
              <a:defRPr sz="1500"/>
            </a:pPr>
            <a:r>
              <a:t>Balance: detailed enough to recognize, small enough for real-time</a:t>
            </a:r>
          </a:p>
          <a:p>
            <a:pPr>
              <a:spcBef>
                <a:spcPts val="800"/>
              </a:spcBef>
              <a:defRPr b="1" sz="1800">
                <a:solidFill>
                  <a:srgbClr val="1F4E79"/>
                </a:solidFill>
              </a:defRPr>
            </a:pPr>
            <a:r>
              <a:t>6× augmentation?</a:t>
            </a:r>
          </a:p>
          <a:p>
            <a:pPr lvl="1">
              <a:defRPr sz="1500"/>
            </a:pPr>
            <a:r>
              <a:t>Deep learning needs lots of data | Creates realistic variations</a:t>
            </a:r>
          </a:p>
          <a:p>
            <a:pPr>
              <a:spcBef>
                <a:spcPts val="800"/>
              </a:spcBef>
              <a:defRPr b="1" sz="1800">
                <a:solidFill>
                  <a:srgbClr val="1F4E79"/>
                </a:solidFill>
              </a:defRPr>
            </a:pPr>
            <a:r>
              <a:t>CNN architecture?</a:t>
            </a:r>
          </a:p>
          <a:p>
            <a:pPr lvl="1">
              <a:defRPr sz="1500"/>
            </a:pPr>
            <a:r>
              <a:t>Designed for images | Learns features automatically</a:t>
            </a:r>
          </a:p>
          <a:p>
            <a:pPr>
              <a:spcBef>
                <a:spcPts val="800"/>
              </a:spcBef>
              <a:defRPr b="1" sz="1800">
                <a:solidFill>
                  <a:srgbClr val="1F4E79"/>
                </a:solidFill>
              </a:defRPr>
            </a:pPr>
            <a:r>
              <a:t>Dropout 25%-50%?</a:t>
            </a:r>
          </a:p>
          <a:p>
            <a:pPr lvl="1">
              <a:defRPr sz="1500"/>
            </a:pPr>
            <a:r>
              <a:t>Prevents overfitting | Forces robust feature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B050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00080"/>
                </a:solidFill>
                <a:latin typeface="Courier New"/>
              </a:defRPr>
            </a:pPr>
            <a:r>
              <a:t>python src/predict_live.py</a:t>
            </a:r>
          </a:p>
          <a:p>
            <a:br/>
            <a:pPr algn="ctr">
              <a:defRPr sz="2400"/>
            </a:pPr>
            <a:r>
              <a:t>Showing all 5 gestures in real-time at 30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E79"/>
                </a:solidFill>
              </a:defRPr>
            </a:pPr>
            <a:r>
              <a:t>Summary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What We Achieved:</a:t>
            </a:r>
          </a:p>
          <a:p>
            <a:pPr lvl="1">
              <a:spcBef>
                <a:spcPts val="400"/>
              </a:spcBef>
              <a:defRPr sz="1700"/>
            </a:pPr>
            <a:r>
              <a:t>99.83% accuracy (only 2 errors out of 3,600 test images)</a:t>
            </a:r>
          </a:p>
          <a:p>
            <a:pPr lvl="1">
              <a:spcBef>
                <a:spcPts val="400"/>
              </a:spcBef>
              <a:defRPr sz="1700"/>
            </a:pPr>
            <a:r>
              <a:t>Complete ML pipeline: collect → augment → train → deploy</a:t>
            </a:r>
          </a:p>
          <a:p>
            <a:pPr lvl="1">
              <a:spcBef>
                <a:spcPts val="400"/>
              </a:spcBef>
              <a:defRPr sz="1700"/>
            </a:pPr>
            <a:r>
              <a:t>18,000 images from 3,000 originals (6× augmentation)</a:t>
            </a:r>
          </a:p>
          <a:p>
            <a:pPr lvl="1">
              <a:spcBef>
                <a:spcPts val="400"/>
              </a:spcBef>
              <a:defRPr sz="1700"/>
            </a:pPr>
            <a:r>
              <a:t>Real-time at 30 FPS with 30-50ms latency</a:t>
            </a:r>
          </a:p>
          <a:p>
            <a:pPr lvl="1">
              <a:spcBef>
                <a:spcPts val="400"/>
              </a:spcBef>
              <a:defRPr sz="1700"/>
            </a:pPr>
            <a:r>
              <a:t>3.9M parameter CNN trained in ~5 minutes</a:t>
            </a:r>
          </a:p>
          <a:p>
            <a:pPr>
              <a:spcBef>
                <a:spcPts val="1200"/>
              </a:spcBef>
              <a:defRPr b="1" sz="2000">
                <a:solidFill>
                  <a:srgbClr val="00B050"/>
                </a:solidFill>
              </a:defRPr>
            </a:pPr>
            <a:r>
              <a:t>Applications: Healthcare | Accessibility | Gaming | Robotics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F4E79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404040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B050"/>
                </a:solidFill>
              </a:defRPr>
            </a:pPr>
            <a:r>
              <a:t>99.83% Accuracy | 30 FPS | 18,000 Images | 3.9M Parameters</a:t>
            </a:r>
          </a:p>
          <a:p>
            <a:pPr algn="ctr">
              <a:defRPr sz="1600">
                <a:solidFill>
                  <a:srgbClr val="404040"/>
                </a:solidFill>
              </a:defRPr>
            </a:pPr>
            <a:r>
              <a:t>14,400 Training + 3,600 Testing | Only 2 Errors Total</a:t>
            </a:r>
          </a:p>
          <a:p>
            <a:br/>
            <a:pPr algn="ctr">
              <a:defRPr sz="1400">
                <a:solidFill>
                  <a:srgbClr val="404040"/>
                </a:solidFill>
              </a:defRPr>
            </a:pPr>
            <a:r>
              <a:t>Built with Python, OpenCV, TensorFlow &amp; Keras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